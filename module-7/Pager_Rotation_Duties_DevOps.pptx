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Pager Rotation Duties in the DevOps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Best Practices for On-Call Responsibility</a:t>
            </a:r>
          </a:p>
          <a:p/>
          <a:p>
            <a:r>
              <a:t>Darreon Tolen</a:t>
            </a:r>
          </a:p>
          <a:p>
            <a:r>
              <a:t>CSD 380</a:t>
            </a:r>
          </a:p>
          <a:p>
            <a:r>
              <a:t>02/08/2026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Pager Rotation Duties?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On-call responsibilities where engineers respond to system alerts and incidents</a:t>
            </a:r>
          </a:p>
          <a:p>
            <a:pPr lvl="1"/>
            <a:r>
              <a:t>In DevOps, the same team builds and supports the system in production</a:t>
            </a:r>
          </a:p>
          <a:p>
            <a:pPr lvl="1"/>
            <a:r>
              <a:t>Alerts are sent via PagerDuty, Opsgenie, or email/SMS</a:t>
            </a:r>
          </a:p>
          <a:p>
            <a:pPr lvl="1"/>
            <a:r>
              <a:t>Focus on fast response, minimal downtime, and continuous improvement</a:t>
            </a:r>
          </a:p>
          <a:p>
            <a:pPr lvl="1"/>
            <a:r>
              <a:t>Key DevOps idea: You build it, you run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Pager Rotation Matters in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Keeps systems reliable and available 24/7</a:t>
            </a:r>
          </a:p>
          <a:p>
            <a:pPr lvl="1"/>
            <a:r>
              <a:t>Reduces downtime that impacts customers and revenue</a:t>
            </a:r>
          </a:p>
          <a:p>
            <a:pPr lvl="1"/>
            <a:r>
              <a:t>Encourages accountability and ownership</a:t>
            </a:r>
          </a:p>
          <a:p>
            <a:pPr lvl="1"/>
            <a:r>
              <a:t>Helps teams learn from real production issues</a:t>
            </a:r>
          </a:p>
          <a:p>
            <a:pPr lvl="1"/>
            <a:r>
              <a:t>Supports DevOps goals of speed, stability, and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#1 – Shared On-Call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Pager duty is shared across the team</a:t>
            </a:r>
          </a:p>
          <a:p>
            <a:pPr lvl="1"/>
            <a:r>
              <a:t>Rotations are typically weekly or bi-weekly</a:t>
            </a:r>
          </a:p>
          <a:p>
            <a:pPr lvl="1"/>
            <a:r>
              <a:t>Prevents burnout and knowledge silos</a:t>
            </a:r>
          </a:p>
          <a:p>
            <a:pPr lvl="1"/>
            <a:r>
              <a:t>Everyone gains experience supporting the system</a:t>
            </a:r>
          </a:p>
          <a:p>
            <a:pPr lvl="1"/>
            <a:r>
              <a:t>Industry standard: fair and balanced rotations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#2 – Actionable Alerts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Alerts should be clear and actionable</a:t>
            </a:r>
          </a:p>
          <a:p>
            <a:pPr lvl="1"/>
            <a:r>
              <a:t>Only page for issues worth waking someone up</a:t>
            </a:r>
          </a:p>
          <a:p>
            <a:pPr lvl="1"/>
            <a:r>
              <a:t>Avoid alert fatigue from duplicates and low-priority alerts</a:t>
            </a:r>
          </a:p>
          <a:p>
            <a:pPr lvl="1"/>
            <a:r>
              <a:t>Use severity levels such as Critical vs Warning</a:t>
            </a:r>
          </a:p>
          <a:p>
            <a:pPr lvl="1"/>
            <a:r>
              <a:t>If no action is required, it should not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#3 – Runbooks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Runbooks explain alerts, causes, and fixes</a:t>
            </a:r>
          </a:p>
          <a:p>
            <a:pPr lvl="1"/>
            <a:r>
              <a:t>Provide step-by-step response guidance</a:t>
            </a:r>
          </a:p>
          <a:p>
            <a:pPr lvl="1"/>
            <a:r>
              <a:t>Help newer team members respond confidently</a:t>
            </a:r>
          </a:p>
          <a:p>
            <a:pPr lvl="1"/>
            <a:r>
              <a:t>Reduce stress and panic during incidents</a:t>
            </a:r>
          </a:p>
          <a:p>
            <a:pPr lvl="1"/>
            <a:r>
              <a:t>Focus on process, not heroics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#4 – Blameless Postmortems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Conduct reviews after incidents</a:t>
            </a:r>
          </a:p>
          <a:p>
            <a:pPr lvl="1"/>
            <a:r>
              <a:t>Focus on what went wrong and how to prevent recurrence</a:t>
            </a:r>
          </a:p>
          <a:p>
            <a:pPr lvl="1"/>
            <a:r>
              <a:t>Avoid blaming individuals</a:t>
            </a:r>
          </a:p>
          <a:p>
            <a:pPr lvl="1"/>
            <a:r>
              <a:t>Encourage learning and continuous improvement</a:t>
            </a:r>
          </a:p>
          <a:p>
            <a:pPr lvl="1"/>
            <a:r>
              <a:t>Failures are treated as learning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Reducing Burnout &amp; Improving Well-Being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 after-hours pages</a:t>
            </a:r>
          </a:p>
          <a:p>
            <a:pPr lvl="1"/>
            <a:r>
              <a:t>Use escalation policies wisely</a:t>
            </a:r>
          </a:p>
          <a:p>
            <a:pPr lvl="1"/>
            <a:r>
              <a:t>Allow recovery time after incidents</a:t>
            </a:r>
          </a:p>
          <a:p>
            <a:pPr lvl="1"/>
            <a:r>
              <a:t>Automate fixes when possible</a:t>
            </a:r>
          </a:p>
          <a:p>
            <a:pPr lvl="1"/>
            <a:r>
              <a:t>Healthy teams respond better and make fewer mistakes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Commonly Used for Pager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PagerDuty</a:t>
            </a:r>
          </a:p>
          <a:p>
            <a:pPr lvl="1"/>
            <a:r>
              <a:t>Opsgenie</a:t>
            </a:r>
          </a:p>
          <a:p>
            <a:pPr lvl="1"/>
            <a:r>
              <a:t>VictorOps</a:t>
            </a:r>
          </a:p>
          <a:p>
            <a:pPr lvl="1"/>
            <a:r>
              <a:t>Integrates with monitoring tools like Prometheus and Datadog</a:t>
            </a:r>
          </a:p>
          <a:p>
            <a:pPr lvl="1"/>
            <a:r>
              <a:t>Works with logging tools such as the ELK stack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Pager rotation duties are a core part of DevOps</a:t>
            </a:r>
          </a:p>
          <a:p>
            <a:pPr lvl="1"/>
            <a:r>
              <a:t>Best practices include shared responsibility and meaningful alerts</a:t>
            </a:r>
          </a:p>
          <a:p>
            <a:pPr lvl="1"/>
            <a:r>
              <a:t>Good documentation and a blameless culture are essential</a:t>
            </a:r>
          </a:p>
          <a:p>
            <a:pPr lvl="1"/>
            <a:r>
              <a:t>Well-designed rotations improve reliability and team strength</a:t>
            </a:r>
          </a:p>
          <a:p>
            <a:pPr lvl="1"/>
            <a:r>
              <a:t>Supports continuous delivery and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Google. (2023). Site Reliability Engineering: Being on-call. https://sre.google/sre-book/being-on-call/</a:t>
            </a:r>
          </a:p>
          <a:p>
            <a:pPr lvl="1"/>
            <a:r>
              <a:t>PagerDuty. (2024). On-call best practices. https://www.pagerduty.com/resources/learn/on-call-best-practices/</a:t>
            </a:r>
          </a:p>
          <a:p>
            <a:pPr lvl="1"/>
            <a:r>
              <a:t>Kim, G., Humble, J., Debois, P., &amp; Willis, J. (2021). The DevOps Handbook (2nd ed.). IT Revolution 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